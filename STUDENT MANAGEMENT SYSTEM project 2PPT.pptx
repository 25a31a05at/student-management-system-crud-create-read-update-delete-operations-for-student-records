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0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864235"/>
          </a:xfrm>
        </p:spPr>
        <p:txBody>
          <a:bodyPr/>
          <a:lstStyle/>
          <a:p>
            <a:r>
              <a:rPr lang="en-US" sz="3200" b="1"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Castellar" panose="020A0402060406010301" charset="0"/>
                <a:cs typeface="Castellar" panose="020A0402060406010301" charset="0"/>
              </a:rPr>
              <a:t>STUDENT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35885"/>
            <a:ext cx="9144000" cy="3822700"/>
          </a:xfrm>
        </p:spPr>
        <p:txBody>
          <a:bodyPr/>
          <a:lstStyle/>
          <a:p>
            <a:pPr algn="ctr"/>
            <a:r>
              <a:rPr lang="en-US">
                <a:latin typeface="Century Schoolbook" panose="02040604050505020304" charset="0"/>
                <a:cs typeface="Century Schoolbook" panose="02040604050505020304" charset="0"/>
              </a:rPr>
              <a:t>  </a:t>
            </a:r>
            <a:r>
              <a:rPr lang="en-US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TEAM MEMBERS</a:t>
            </a:r>
          </a:p>
          <a:p>
            <a:pPr algn="ctr"/>
            <a:r>
              <a:rPr lang="en-US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      1.</a:t>
            </a:r>
            <a:r>
              <a:rPr lang="en-US" sz="240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Nalabati H S N S Vaishnavi-25A31A0585(team leader)</a:t>
            </a:r>
          </a:p>
          <a:p>
            <a:pPr algn="ctr"/>
            <a:r>
              <a:rPr lang="en-US" sz="240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    2.Nallajarla Venkata Naga Sai Lakshmi Kavya-25A31A0586</a:t>
            </a:r>
          </a:p>
          <a:p>
            <a:pPr algn="ctr"/>
            <a:r>
              <a:rPr lang="en-US" sz="240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                 3.Nalla Kashyap Shrivatsa-25A31A05AT</a:t>
            </a:r>
          </a:p>
          <a:p>
            <a:pPr algn="ctr"/>
            <a:r>
              <a:rPr lang="en-US" sz="240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2060"/>
                </a:solidFill>
                <a:effectLst/>
                <a:latin typeface="Century Schoolbook" panose="02040604050505020304" charset="0"/>
                <a:cs typeface="Century Schoolbook" panose="02040604050505020304" charset="0"/>
              </a:rPr>
              <a:t>4.Penneddy Veera Venkata Satyanarayana-25A31A05AU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solidFill>
                  <a:schemeClr val="tx2"/>
                </a:solidFill>
                <a:effectLst/>
                <a:latin typeface="High Tower Text" panose="02040502050506030303" charset="0"/>
                <a:cs typeface="High Tower Text" panose="02040502050506030303" charset="0"/>
              </a:rPr>
              <a:t>A Student Management System is used to store and manage student records such as ID, name, and marks.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solidFill>
                  <a:schemeClr val="tx2"/>
                </a:solidFill>
                <a:effectLst/>
                <a:latin typeface="High Tower Text" panose="02040502050506030303" charset="0"/>
                <a:cs typeface="High Tower Text" panose="02040502050506030303" charset="0"/>
              </a:rPr>
              <a:t>Traditional methods become inefficient when handling large data.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solidFill>
                  <a:schemeClr val="tx2"/>
                </a:solidFill>
                <a:effectLst/>
                <a:latin typeface="High Tower Text" panose="02040502050506030303" charset="0"/>
                <a:cs typeface="High Tower Text" panose="02040502050506030303" charset="0"/>
              </a:rPr>
              <a:t>Using a Linked List allows dynamic storage and easy modification of records.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solidFill>
                  <a:schemeClr val="tx2"/>
                </a:solidFill>
                <a:effectLst/>
                <a:latin typeface="High Tower Text" panose="02040502050506030303" charset="0"/>
                <a:cs typeface="High Tower Text" panose="02040502050506030303" charset="0"/>
              </a:rPr>
              <a:t>This project implements CRUD operations using linked list for efficient data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Linked List Data Structure: Stores student records dynamically.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Node Structure: Each node contains student details and a pointer.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Dynamic Memory Allocation: Allocates memory at runtime.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Pointers: Used to connect nodes.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Traversal: Used to display and search records.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CRUD Operations: Create, Read, Update, Delete.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Provides efficient student data management.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Allows dynamic memory usage.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Makes insertion and deletion easy.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Helps in understanding data structures.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Useful in real-world applications like school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861060"/>
          </a:xfrm>
        </p:spPr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WORKING OF THE STUDENT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The program starts with an empty linked list.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Each student is stored as a node.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User selects operations from menu.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Add operation inserts new student.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Search finds student by ID.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Update modifies existing data.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Delete removes a student.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Display shows all records.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Program runs until exit.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55561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Create node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Student* newNode = new Student();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newNode-&gt;next = NULL;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Insert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if (!head) head = newNode;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else {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   Student* temp = head;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   while (temp-&gt;next) temp = temp-&gt;next;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   temp-&gt;next = newNode;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}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  <a:sym typeface="+mn-ea"/>
              </a:rPr>
              <a:t>// Traverse</a:t>
            </a:r>
            <a:endParaRPr lang="en-US" altLang="en-US" sz="24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  <a:sym typeface="+mn-ea"/>
              </a:rPr>
              <a:t>Student* temp = head;</a:t>
            </a:r>
            <a:endParaRPr lang="en-US" altLang="en-US" sz="24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endParaRPr lang="en-US" altLang="en-US" sz="2400">
              <a:latin typeface="High Tower Text" panose="02040502050506030303" charset="0"/>
              <a:cs typeface="High Tower Text" panose="020405020505060303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</a:t>
            </a: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  <a:sym typeface="+mn-ea"/>
              </a:rPr>
              <a:t>while (temp) temp = temp-&gt;next;</a:t>
            </a:r>
            <a:endParaRPr lang="en-US" altLang="en-US" sz="24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Search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while (temp &amp;&amp; temp-&gt;id != key)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    temp = temp-&gt;next;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Update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temp-&gt;name = newName;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temp-&gt;marks = newMarks;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// Delete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prev-&gt;next = temp-&gt;next;</a:t>
            </a:r>
          </a:p>
          <a:p>
            <a:pPr marL="0" indent="0">
              <a:buNone/>
            </a:pPr>
            <a:r>
              <a:rPr lang="en-US" altLang="en-US" sz="2400">
                <a:latin typeface="High Tower Text" panose="02040502050506030303" charset="0"/>
                <a:cs typeface="High Tower Text" panose="02040502050506030303" charset="0"/>
              </a:rPr>
              <a:t>delete temp;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OUTPUT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9090" y="970280"/>
            <a:ext cx="6433820" cy="51536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8855"/>
            <a:ext cx="10972800" cy="5701665"/>
          </a:xfrm>
        </p:spPr>
        <p:txBody>
          <a:bodyPr/>
          <a:lstStyle/>
          <a:p>
            <a:pPr marL="0" indent="0">
              <a:buNone/>
            </a:pP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  <a:p>
            <a:pPr marL="0" indent="0">
              <a:buNone/>
            </a:pPr>
            <a:endParaRPr lang="en-US" altLang="en-US" sz="2000">
              <a:latin typeface="High Tower Text" panose="02040502050506030303" charset="0"/>
              <a:cs typeface="High Tower Text" panose="020405020505060303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360" y="998855"/>
            <a:ext cx="6847205" cy="5170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Dynamic size of data.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Efficient insertion and deletion.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Better memory usage.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Easy to manage records.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Flexible structure.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n w="15875"/>
                <a:gradFill>
                  <a:gsLst>
                    <a:gs pos="0">
                      <a:schemeClr val="accent1">
                        <a:lumOff val="-19998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8"/>
                      </a:schemeClr>
                    </a:gs>
                  </a:gsLst>
                  <a:lin ang="0" scaled="0"/>
                </a:gradFill>
                <a:effectLst/>
                <a:latin typeface="Century Schoolbook" panose="02040604050505020304" charset="0"/>
                <a:cs typeface="Century Schoolbook" panose="0204060405050502030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The Student Management System using Linked List is efficient and easy to use.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It demonstrates CRUD operations clearly.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sz="2800">
                <a:latin typeface="High Tower Text" panose="02040502050506030303" charset="0"/>
                <a:cs typeface="High Tower Text" panose="02040502050506030303" charset="0"/>
              </a:rPr>
              <a:t>This project helps in understanding linked list concepts practically.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2201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Blue Waves</vt:lpstr>
      <vt:lpstr>STUDENT MANAGEMENT SYSTEM</vt:lpstr>
      <vt:lpstr>INTRODUCTION</vt:lpstr>
      <vt:lpstr>CONCEPTS USED</vt:lpstr>
      <vt:lpstr>IMPORTANCE</vt:lpstr>
      <vt:lpstr>WORKING OF THE STUDENT MANAGEMENT SYSTEM</vt:lpstr>
      <vt:lpstr>CODE</vt:lpstr>
      <vt:lpstr>PowerPoint Presentation</vt:lpstr>
      <vt:lpstr>OUTPUT</vt:lpstr>
      <vt:lpstr>PowerPoint Presentation</vt:lpstr>
      <vt:lpstr>ADVANTAGES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Vaishnavi 25MGM5C4</cp:lastModifiedBy>
  <cp:revision>9</cp:revision>
  <dcterms:created xsi:type="dcterms:W3CDTF">2025-07-23T00:59:00Z</dcterms:created>
  <dcterms:modified xsi:type="dcterms:W3CDTF">2026-04-19T09:27:12Z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1088E9C832E242639E2255D843F8766E_13</vt:lpwstr>
  </property>
  <property fmtid="{D5CDD505-2E9C-101B-9397-08002B2CF9AE}" pid="3" name="KSOProductBuildVer">
    <vt:lpwstr>1033-12.2.0.23196</vt:lpwstr>
  </property>
</Properties>
</file>